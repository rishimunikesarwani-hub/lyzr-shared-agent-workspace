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268" autoAdjust="0"/>
  </p:normalViewPr>
  <p:slideViewPr>
    <p:cSldViewPr snapToGrid="0">
      <p:cViewPr varScale="1">
        <p:scale>
          <a:sx n="71" d="100"/>
          <a:sy n="71" d="100"/>
        </p:scale>
        <p:origin x="1109"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8EA718-27ED-4933-B5A8-472F42A29C97}" type="datetimeFigureOut">
              <a:rPr lang="en-IN" smtClean="0"/>
              <a:t>03-10-2026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8D9C9C-23A6-4FF1-8E34-1C8EF6082EB7}" type="slidenum">
              <a:rPr lang="en-IN" smtClean="0"/>
              <a:t>‹#›</a:t>
            </a:fld>
            <a:endParaRPr lang="en-IN"/>
          </a:p>
        </p:txBody>
      </p:sp>
    </p:spTree>
    <p:extLst>
      <p:ext uri="{BB962C8B-B14F-4D97-AF65-F5344CB8AC3E}">
        <p14:creationId xmlns:p14="http://schemas.microsoft.com/office/powerpoint/2010/main" val="35093363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F8D9C9C-23A6-4FF1-8E34-1C8EF6082EB7}" type="slidenum">
              <a:rPr lang="en-IN" smtClean="0"/>
              <a:t>1</a:t>
            </a:fld>
            <a:endParaRPr lang="en-IN"/>
          </a:p>
        </p:txBody>
      </p:sp>
    </p:spTree>
    <p:extLst>
      <p:ext uri="{BB962C8B-B14F-4D97-AF65-F5344CB8AC3E}">
        <p14:creationId xmlns:p14="http://schemas.microsoft.com/office/powerpoint/2010/main" val="27119162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F8D9C9C-23A6-4FF1-8E34-1C8EF6082EB7}" type="slidenum">
              <a:rPr lang="en-IN" smtClean="0"/>
              <a:t>2</a:t>
            </a:fld>
            <a:endParaRPr lang="en-IN"/>
          </a:p>
        </p:txBody>
      </p:sp>
    </p:spTree>
    <p:extLst>
      <p:ext uri="{BB962C8B-B14F-4D97-AF65-F5344CB8AC3E}">
        <p14:creationId xmlns:p14="http://schemas.microsoft.com/office/powerpoint/2010/main" val="3394524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F8D9C9C-23A6-4FF1-8E34-1C8EF6082EB7}" type="slidenum">
              <a:rPr lang="en-IN" smtClean="0"/>
              <a:t>3</a:t>
            </a:fld>
            <a:endParaRPr lang="en-IN"/>
          </a:p>
        </p:txBody>
      </p:sp>
    </p:spTree>
    <p:extLst>
      <p:ext uri="{BB962C8B-B14F-4D97-AF65-F5344CB8AC3E}">
        <p14:creationId xmlns:p14="http://schemas.microsoft.com/office/powerpoint/2010/main" val="13323514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F8D9C9C-23A6-4FF1-8E34-1C8EF6082EB7}" type="slidenum">
              <a:rPr lang="en-IN" smtClean="0"/>
              <a:t>4</a:t>
            </a:fld>
            <a:endParaRPr lang="en-IN"/>
          </a:p>
        </p:txBody>
      </p:sp>
    </p:spTree>
    <p:extLst>
      <p:ext uri="{BB962C8B-B14F-4D97-AF65-F5344CB8AC3E}">
        <p14:creationId xmlns:p14="http://schemas.microsoft.com/office/powerpoint/2010/main" val="8087082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F8D9C9C-23A6-4FF1-8E34-1C8EF6082EB7}" type="slidenum">
              <a:rPr lang="en-IN" smtClean="0"/>
              <a:t>5</a:t>
            </a:fld>
            <a:endParaRPr lang="en-IN"/>
          </a:p>
        </p:txBody>
      </p:sp>
    </p:spTree>
    <p:extLst>
      <p:ext uri="{BB962C8B-B14F-4D97-AF65-F5344CB8AC3E}">
        <p14:creationId xmlns:p14="http://schemas.microsoft.com/office/powerpoint/2010/main" val="30807296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F8D9C9C-23A6-4FF1-8E34-1C8EF6082EB7}" type="slidenum">
              <a:rPr lang="en-IN" smtClean="0"/>
              <a:t>6</a:t>
            </a:fld>
            <a:endParaRPr lang="en-IN"/>
          </a:p>
        </p:txBody>
      </p:sp>
    </p:spTree>
    <p:extLst>
      <p:ext uri="{BB962C8B-B14F-4D97-AF65-F5344CB8AC3E}">
        <p14:creationId xmlns:p14="http://schemas.microsoft.com/office/powerpoint/2010/main" val="42584464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DEA48-7567-DF3B-B23E-2D55DD3D8C6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8CF34D6-BAD2-8D06-5AB7-EBE8A38DDB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2C2FF52-5582-18F2-73FB-DCA8B2A49BA6}"/>
              </a:ext>
            </a:extLst>
          </p:cNvPr>
          <p:cNvSpPr>
            <a:spLocks noGrp="1"/>
          </p:cNvSpPr>
          <p:nvPr>
            <p:ph type="dt" sz="half" idx="10"/>
          </p:nvPr>
        </p:nvSpPr>
        <p:spPr/>
        <p:txBody>
          <a:bodyPr/>
          <a:lstStyle/>
          <a:p>
            <a:fld id="{06920B0C-1857-4B65-9EBA-7C7BE097DDA6}" type="datetimeFigureOut">
              <a:rPr lang="en-IN" smtClean="0"/>
              <a:t>03-10-2026</a:t>
            </a:fld>
            <a:endParaRPr lang="en-IN"/>
          </a:p>
        </p:txBody>
      </p:sp>
      <p:sp>
        <p:nvSpPr>
          <p:cNvPr id="5" name="Footer Placeholder 4">
            <a:extLst>
              <a:ext uri="{FF2B5EF4-FFF2-40B4-BE49-F238E27FC236}">
                <a16:creationId xmlns:a16="http://schemas.microsoft.com/office/drawing/2014/main" id="{86703A9E-9D46-8B1C-C559-CDB278B65E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116A623-414E-8FF8-8709-BB35722E208B}"/>
              </a:ext>
            </a:extLst>
          </p:cNvPr>
          <p:cNvSpPr>
            <a:spLocks noGrp="1"/>
          </p:cNvSpPr>
          <p:nvPr>
            <p:ph type="sldNum" sz="quarter" idx="12"/>
          </p:nvPr>
        </p:nvSpPr>
        <p:spPr/>
        <p:txBody>
          <a:bodyPr/>
          <a:lstStyle/>
          <a:p>
            <a:fld id="{FF6A6279-6D4D-45C7-B608-D51A3424F29F}" type="slidenum">
              <a:rPr lang="en-IN" smtClean="0"/>
              <a:t>‹#›</a:t>
            </a:fld>
            <a:endParaRPr lang="en-IN"/>
          </a:p>
        </p:txBody>
      </p:sp>
    </p:spTree>
    <p:extLst>
      <p:ext uri="{BB962C8B-B14F-4D97-AF65-F5344CB8AC3E}">
        <p14:creationId xmlns:p14="http://schemas.microsoft.com/office/powerpoint/2010/main" val="15955447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1D43C-0C80-8BF6-2BBE-4F0598D76D2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B70869F-F9C2-118B-4BDF-285A7AFE475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C2226AA-FBD4-62E9-B1D6-147D5FBEAAA0}"/>
              </a:ext>
            </a:extLst>
          </p:cNvPr>
          <p:cNvSpPr>
            <a:spLocks noGrp="1"/>
          </p:cNvSpPr>
          <p:nvPr>
            <p:ph type="dt" sz="half" idx="10"/>
          </p:nvPr>
        </p:nvSpPr>
        <p:spPr/>
        <p:txBody>
          <a:bodyPr/>
          <a:lstStyle/>
          <a:p>
            <a:fld id="{06920B0C-1857-4B65-9EBA-7C7BE097DDA6}" type="datetimeFigureOut">
              <a:rPr lang="en-IN" smtClean="0"/>
              <a:t>03-10-2026</a:t>
            </a:fld>
            <a:endParaRPr lang="en-IN"/>
          </a:p>
        </p:txBody>
      </p:sp>
      <p:sp>
        <p:nvSpPr>
          <p:cNvPr id="5" name="Footer Placeholder 4">
            <a:extLst>
              <a:ext uri="{FF2B5EF4-FFF2-40B4-BE49-F238E27FC236}">
                <a16:creationId xmlns:a16="http://schemas.microsoft.com/office/drawing/2014/main" id="{6924E5D1-76B7-DE4E-BE97-B580CA310E0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F93FD78-4444-4773-06B4-4F8C77D2162C}"/>
              </a:ext>
            </a:extLst>
          </p:cNvPr>
          <p:cNvSpPr>
            <a:spLocks noGrp="1"/>
          </p:cNvSpPr>
          <p:nvPr>
            <p:ph type="sldNum" sz="quarter" idx="12"/>
          </p:nvPr>
        </p:nvSpPr>
        <p:spPr/>
        <p:txBody>
          <a:bodyPr/>
          <a:lstStyle/>
          <a:p>
            <a:fld id="{FF6A6279-6D4D-45C7-B608-D51A3424F29F}" type="slidenum">
              <a:rPr lang="en-IN" smtClean="0"/>
              <a:t>‹#›</a:t>
            </a:fld>
            <a:endParaRPr lang="en-IN"/>
          </a:p>
        </p:txBody>
      </p:sp>
    </p:spTree>
    <p:extLst>
      <p:ext uri="{BB962C8B-B14F-4D97-AF65-F5344CB8AC3E}">
        <p14:creationId xmlns:p14="http://schemas.microsoft.com/office/powerpoint/2010/main" val="15716634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A2C57-E62F-2A77-943E-A36430EEB3F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38BAEB8-D2CD-0EAB-944C-73ECC8C0C38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EDE06F8-ADCA-94EE-FB60-8E9A01DC5B6C}"/>
              </a:ext>
            </a:extLst>
          </p:cNvPr>
          <p:cNvSpPr>
            <a:spLocks noGrp="1"/>
          </p:cNvSpPr>
          <p:nvPr>
            <p:ph type="dt" sz="half" idx="10"/>
          </p:nvPr>
        </p:nvSpPr>
        <p:spPr/>
        <p:txBody>
          <a:bodyPr/>
          <a:lstStyle/>
          <a:p>
            <a:fld id="{06920B0C-1857-4B65-9EBA-7C7BE097DDA6}" type="datetimeFigureOut">
              <a:rPr lang="en-IN" smtClean="0"/>
              <a:t>03-10-2026</a:t>
            </a:fld>
            <a:endParaRPr lang="en-IN"/>
          </a:p>
        </p:txBody>
      </p:sp>
      <p:sp>
        <p:nvSpPr>
          <p:cNvPr id="5" name="Footer Placeholder 4">
            <a:extLst>
              <a:ext uri="{FF2B5EF4-FFF2-40B4-BE49-F238E27FC236}">
                <a16:creationId xmlns:a16="http://schemas.microsoft.com/office/drawing/2014/main" id="{4FBC2701-1567-4808-4526-7F652ADCAAB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58B7A15-C4F3-CEF4-47BE-FFAB6DAFCA10}"/>
              </a:ext>
            </a:extLst>
          </p:cNvPr>
          <p:cNvSpPr>
            <a:spLocks noGrp="1"/>
          </p:cNvSpPr>
          <p:nvPr>
            <p:ph type="sldNum" sz="quarter" idx="12"/>
          </p:nvPr>
        </p:nvSpPr>
        <p:spPr/>
        <p:txBody>
          <a:bodyPr/>
          <a:lstStyle/>
          <a:p>
            <a:fld id="{FF6A6279-6D4D-45C7-B608-D51A3424F29F}" type="slidenum">
              <a:rPr lang="en-IN" smtClean="0"/>
              <a:t>‹#›</a:t>
            </a:fld>
            <a:endParaRPr lang="en-IN"/>
          </a:p>
        </p:txBody>
      </p:sp>
    </p:spTree>
    <p:extLst>
      <p:ext uri="{BB962C8B-B14F-4D97-AF65-F5344CB8AC3E}">
        <p14:creationId xmlns:p14="http://schemas.microsoft.com/office/powerpoint/2010/main" val="34035207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D74A5B-A054-57BC-D18D-F9BFC3E6EA2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BF32880-5E3D-1A03-6634-135C39C01C1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C758304-5811-428C-1BFE-91123D772C7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28D915F-6280-DB53-AE18-B814C0B57403}"/>
              </a:ext>
            </a:extLst>
          </p:cNvPr>
          <p:cNvSpPr>
            <a:spLocks noGrp="1"/>
          </p:cNvSpPr>
          <p:nvPr>
            <p:ph type="dt" sz="half" idx="10"/>
          </p:nvPr>
        </p:nvSpPr>
        <p:spPr/>
        <p:txBody>
          <a:bodyPr/>
          <a:lstStyle/>
          <a:p>
            <a:fld id="{06920B0C-1857-4B65-9EBA-7C7BE097DDA6}" type="datetimeFigureOut">
              <a:rPr lang="en-IN" smtClean="0"/>
              <a:t>03-10-2026</a:t>
            </a:fld>
            <a:endParaRPr lang="en-IN"/>
          </a:p>
        </p:txBody>
      </p:sp>
      <p:sp>
        <p:nvSpPr>
          <p:cNvPr id="6" name="Footer Placeholder 5">
            <a:extLst>
              <a:ext uri="{FF2B5EF4-FFF2-40B4-BE49-F238E27FC236}">
                <a16:creationId xmlns:a16="http://schemas.microsoft.com/office/drawing/2014/main" id="{93D25A87-4373-CBC8-E97E-6CE92912F6B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710D263-B6A2-5BDF-324A-1929CAFBC577}"/>
              </a:ext>
            </a:extLst>
          </p:cNvPr>
          <p:cNvSpPr>
            <a:spLocks noGrp="1"/>
          </p:cNvSpPr>
          <p:nvPr>
            <p:ph type="sldNum" sz="quarter" idx="12"/>
          </p:nvPr>
        </p:nvSpPr>
        <p:spPr/>
        <p:txBody>
          <a:bodyPr/>
          <a:lstStyle/>
          <a:p>
            <a:fld id="{FF6A6279-6D4D-45C7-B608-D51A3424F29F}" type="slidenum">
              <a:rPr lang="en-IN" smtClean="0"/>
              <a:t>‹#›</a:t>
            </a:fld>
            <a:endParaRPr lang="en-IN"/>
          </a:p>
        </p:txBody>
      </p:sp>
    </p:spTree>
    <p:extLst>
      <p:ext uri="{BB962C8B-B14F-4D97-AF65-F5344CB8AC3E}">
        <p14:creationId xmlns:p14="http://schemas.microsoft.com/office/powerpoint/2010/main" val="13573449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922B8-5B9B-958E-FB26-1EB2BD893E2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ABC0DA5-B13F-D132-7E76-3AC414987B4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8BAE87C-CF97-80E4-F6FD-C6F401AF44B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BE780C5-EB50-B8A0-7639-11F45D8A359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7B3B777-CD03-6C79-7267-67242749F63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C2D956D-A1E7-0509-7CDA-F5EBF1122AA3}"/>
              </a:ext>
            </a:extLst>
          </p:cNvPr>
          <p:cNvSpPr>
            <a:spLocks noGrp="1"/>
          </p:cNvSpPr>
          <p:nvPr>
            <p:ph type="dt" sz="half" idx="10"/>
          </p:nvPr>
        </p:nvSpPr>
        <p:spPr/>
        <p:txBody>
          <a:bodyPr/>
          <a:lstStyle/>
          <a:p>
            <a:fld id="{06920B0C-1857-4B65-9EBA-7C7BE097DDA6}" type="datetimeFigureOut">
              <a:rPr lang="en-IN" smtClean="0"/>
              <a:t>03-10-2026</a:t>
            </a:fld>
            <a:endParaRPr lang="en-IN"/>
          </a:p>
        </p:txBody>
      </p:sp>
      <p:sp>
        <p:nvSpPr>
          <p:cNvPr id="8" name="Footer Placeholder 7">
            <a:extLst>
              <a:ext uri="{FF2B5EF4-FFF2-40B4-BE49-F238E27FC236}">
                <a16:creationId xmlns:a16="http://schemas.microsoft.com/office/drawing/2014/main" id="{6E3CF06C-D188-384A-3847-B9B46AE5EB6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896B447-6A95-ED0D-8690-7C1A7707D6F6}"/>
              </a:ext>
            </a:extLst>
          </p:cNvPr>
          <p:cNvSpPr>
            <a:spLocks noGrp="1"/>
          </p:cNvSpPr>
          <p:nvPr>
            <p:ph type="sldNum" sz="quarter" idx="12"/>
          </p:nvPr>
        </p:nvSpPr>
        <p:spPr/>
        <p:txBody>
          <a:bodyPr/>
          <a:lstStyle/>
          <a:p>
            <a:fld id="{FF6A6279-6D4D-45C7-B608-D51A3424F29F}" type="slidenum">
              <a:rPr lang="en-IN" smtClean="0"/>
              <a:t>‹#›</a:t>
            </a:fld>
            <a:endParaRPr lang="en-IN"/>
          </a:p>
        </p:txBody>
      </p:sp>
    </p:spTree>
    <p:extLst>
      <p:ext uri="{BB962C8B-B14F-4D97-AF65-F5344CB8AC3E}">
        <p14:creationId xmlns:p14="http://schemas.microsoft.com/office/powerpoint/2010/main" val="40339328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6BDC7-EC6B-64A8-8AE5-7463D78ED77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DCE3E39-1195-B5CE-21CE-7DBA08027B42}"/>
              </a:ext>
            </a:extLst>
          </p:cNvPr>
          <p:cNvSpPr>
            <a:spLocks noGrp="1"/>
          </p:cNvSpPr>
          <p:nvPr>
            <p:ph type="dt" sz="half" idx="10"/>
          </p:nvPr>
        </p:nvSpPr>
        <p:spPr/>
        <p:txBody>
          <a:bodyPr/>
          <a:lstStyle/>
          <a:p>
            <a:fld id="{06920B0C-1857-4B65-9EBA-7C7BE097DDA6}" type="datetimeFigureOut">
              <a:rPr lang="en-IN" smtClean="0"/>
              <a:t>03-10-2026</a:t>
            </a:fld>
            <a:endParaRPr lang="en-IN"/>
          </a:p>
        </p:txBody>
      </p:sp>
      <p:sp>
        <p:nvSpPr>
          <p:cNvPr id="4" name="Footer Placeholder 3">
            <a:extLst>
              <a:ext uri="{FF2B5EF4-FFF2-40B4-BE49-F238E27FC236}">
                <a16:creationId xmlns:a16="http://schemas.microsoft.com/office/drawing/2014/main" id="{182BA2A4-BE86-40B0-D46E-FF6D992288B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7AE1CF4-B87C-AC3B-3806-120D212168F0}"/>
              </a:ext>
            </a:extLst>
          </p:cNvPr>
          <p:cNvSpPr>
            <a:spLocks noGrp="1"/>
          </p:cNvSpPr>
          <p:nvPr>
            <p:ph type="sldNum" sz="quarter" idx="12"/>
          </p:nvPr>
        </p:nvSpPr>
        <p:spPr/>
        <p:txBody>
          <a:bodyPr/>
          <a:lstStyle/>
          <a:p>
            <a:fld id="{FF6A6279-6D4D-45C7-B608-D51A3424F29F}" type="slidenum">
              <a:rPr lang="en-IN" smtClean="0"/>
              <a:t>‹#›</a:t>
            </a:fld>
            <a:endParaRPr lang="en-IN"/>
          </a:p>
        </p:txBody>
      </p:sp>
    </p:spTree>
    <p:extLst>
      <p:ext uri="{BB962C8B-B14F-4D97-AF65-F5344CB8AC3E}">
        <p14:creationId xmlns:p14="http://schemas.microsoft.com/office/powerpoint/2010/main" val="14293721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DFCDD98-4451-992C-FD3B-31CFD15B57AB}"/>
              </a:ext>
            </a:extLst>
          </p:cNvPr>
          <p:cNvSpPr>
            <a:spLocks noGrp="1"/>
          </p:cNvSpPr>
          <p:nvPr>
            <p:ph type="dt" sz="half" idx="10"/>
          </p:nvPr>
        </p:nvSpPr>
        <p:spPr/>
        <p:txBody>
          <a:bodyPr/>
          <a:lstStyle/>
          <a:p>
            <a:fld id="{06920B0C-1857-4B65-9EBA-7C7BE097DDA6}" type="datetimeFigureOut">
              <a:rPr lang="en-IN" smtClean="0"/>
              <a:t>03-10-2026</a:t>
            </a:fld>
            <a:endParaRPr lang="en-IN"/>
          </a:p>
        </p:txBody>
      </p:sp>
      <p:sp>
        <p:nvSpPr>
          <p:cNvPr id="3" name="Footer Placeholder 2">
            <a:extLst>
              <a:ext uri="{FF2B5EF4-FFF2-40B4-BE49-F238E27FC236}">
                <a16:creationId xmlns:a16="http://schemas.microsoft.com/office/drawing/2014/main" id="{7D9A17A7-EBC5-8A41-1B3E-9A4B69156A2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FFB98E0-B748-9511-CF3F-0668F0ED83F4}"/>
              </a:ext>
            </a:extLst>
          </p:cNvPr>
          <p:cNvSpPr>
            <a:spLocks noGrp="1"/>
          </p:cNvSpPr>
          <p:nvPr>
            <p:ph type="sldNum" sz="quarter" idx="12"/>
          </p:nvPr>
        </p:nvSpPr>
        <p:spPr/>
        <p:txBody>
          <a:bodyPr/>
          <a:lstStyle/>
          <a:p>
            <a:fld id="{FF6A6279-6D4D-45C7-B608-D51A3424F29F}" type="slidenum">
              <a:rPr lang="en-IN" smtClean="0"/>
              <a:t>‹#›</a:t>
            </a:fld>
            <a:endParaRPr lang="en-IN"/>
          </a:p>
        </p:txBody>
      </p:sp>
    </p:spTree>
    <p:extLst>
      <p:ext uri="{BB962C8B-B14F-4D97-AF65-F5344CB8AC3E}">
        <p14:creationId xmlns:p14="http://schemas.microsoft.com/office/powerpoint/2010/main" val="38766761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1A880-5752-9254-26DB-1A410F2C34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37A7A78-B32F-4E34-9544-9AB54F8AD88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C9FC6F5-241D-A373-FD26-4187A1BFBE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3772975-F86B-B1F3-4669-49F7247518AA}"/>
              </a:ext>
            </a:extLst>
          </p:cNvPr>
          <p:cNvSpPr>
            <a:spLocks noGrp="1"/>
          </p:cNvSpPr>
          <p:nvPr>
            <p:ph type="dt" sz="half" idx="10"/>
          </p:nvPr>
        </p:nvSpPr>
        <p:spPr/>
        <p:txBody>
          <a:bodyPr/>
          <a:lstStyle/>
          <a:p>
            <a:fld id="{06920B0C-1857-4B65-9EBA-7C7BE097DDA6}" type="datetimeFigureOut">
              <a:rPr lang="en-IN" smtClean="0"/>
              <a:t>03-10-2026</a:t>
            </a:fld>
            <a:endParaRPr lang="en-IN"/>
          </a:p>
        </p:txBody>
      </p:sp>
      <p:sp>
        <p:nvSpPr>
          <p:cNvPr id="6" name="Footer Placeholder 5">
            <a:extLst>
              <a:ext uri="{FF2B5EF4-FFF2-40B4-BE49-F238E27FC236}">
                <a16:creationId xmlns:a16="http://schemas.microsoft.com/office/drawing/2014/main" id="{90525418-0A19-5B0D-924B-0C6F2ED078B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313570C-4EC2-E76A-BA1A-ECF3F9C28B14}"/>
              </a:ext>
            </a:extLst>
          </p:cNvPr>
          <p:cNvSpPr>
            <a:spLocks noGrp="1"/>
          </p:cNvSpPr>
          <p:nvPr>
            <p:ph type="sldNum" sz="quarter" idx="12"/>
          </p:nvPr>
        </p:nvSpPr>
        <p:spPr/>
        <p:txBody>
          <a:bodyPr/>
          <a:lstStyle/>
          <a:p>
            <a:fld id="{FF6A6279-6D4D-45C7-B608-D51A3424F29F}" type="slidenum">
              <a:rPr lang="en-IN" smtClean="0"/>
              <a:t>‹#›</a:t>
            </a:fld>
            <a:endParaRPr lang="en-IN"/>
          </a:p>
        </p:txBody>
      </p:sp>
    </p:spTree>
    <p:extLst>
      <p:ext uri="{BB962C8B-B14F-4D97-AF65-F5344CB8AC3E}">
        <p14:creationId xmlns:p14="http://schemas.microsoft.com/office/powerpoint/2010/main" val="18383776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1779E-83E1-01E3-D735-BF5B804857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465429C-831E-AF0D-3D1C-837536E9D33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762CE29-1070-5EB6-7C84-DC7CFBF8F4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24B13B-0D3B-1EF3-29D7-52E52706D925}"/>
              </a:ext>
            </a:extLst>
          </p:cNvPr>
          <p:cNvSpPr>
            <a:spLocks noGrp="1"/>
          </p:cNvSpPr>
          <p:nvPr>
            <p:ph type="dt" sz="half" idx="10"/>
          </p:nvPr>
        </p:nvSpPr>
        <p:spPr/>
        <p:txBody>
          <a:bodyPr/>
          <a:lstStyle/>
          <a:p>
            <a:fld id="{06920B0C-1857-4B65-9EBA-7C7BE097DDA6}" type="datetimeFigureOut">
              <a:rPr lang="en-IN" smtClean="0"/>
              <a:t>03-10-2026</a:t>
            </a:fld>
            <a:endParaRPr lang="en-IN"/>
          </a:p>
        </p:txBody>
      </p:sp>
      <p:sp>
        <p:nvSpPr>
          <p:cNvPr id="6" name="Footer Placeholder 5">
            <a:extLst>
              <a:ext uri="{FF2B5EF4-FFF2-40B4-BE49-F238E27FC236}">
                <a16:creationId xmlns:a16="http://schemas.microsoft.com/office/drawing/2014/main" id="{9814D080-980A-F83A-772D-1D87A1CC64F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1DF96DC-C347-B0B3-3715-AF06661DB1DC}"/>
              </a:ext>
            </a:extLst>
          </p:cNvPr>
          <p:cNvSpPr>
            <a:spLocks noGrp="1"/>
          </p:cNvSpPr>
          <p:nvPr>
            <p:ph type="sldNum" sz="quarter" idx="12"/>
          </p:nvPr>
        </p:nvSpPr>
        <p:spPr/>
        <p:txBody>
          <a:bodyPr/>
          <a:lstStyle/>
          <a:p>
            <a:fld id="{FF6A6279-6D4D-45C7-B608-D51A3424F29F}" type="slidenum">
              <a:rPr lang="en-IN" smtClean="0"/>
              <a:t>‹#›</a:t>
            </a:fld>
            <a:endParaRPr lang="en-IN"/>
          </a:p>
        </p:txBody>
      </p:sp>
    </p:spTree>
    <p:extLst>
      <p:ext uri="{BB962C8B-B14F-4D97-AF65-F5344CB8AC3E}">
        <p14:creationId xmlns:p14="http://schemas.microsoft.com/office/powerpoint/2010/main" val="36455422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A014D-EC46-A7DC-7A46-9529E2A25E5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368D48B-DFC5-5D59-2E58-3CAE5842B14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C5E25FF-9B91-1B7B-8FC1-7B5AE620B8A7}"/>
              </a:ext>
            </a:extLst>
          </p:cNvPr>
          <p:cNvSpPr>
            <a:spLocks noGrp="1"/>
          </p:cNvSpPr>
          <p:nvPr>
            <p:ph type="dt" sz="half" idx="10"/>
          </p:nvPr>
        </p:nvSpPr>
        <p:spPr/>
        <p:txBody>
          <a:bodyPr/>
          <a:lstStyle/>
          <a:p>
            <a:fld id="{06920B0C-1857-4B65-9EBA-7C7BE097DDA6}" type="datetimeFigureOut">
              <a:rPr lang="en-IN" smtClean="0"/>
              <a:t>03-10-2026</a:t>
            </a:fld>
            <a:endParaRPr lang="en-IN"/>
          </a:p>
        </p:txBody>
      </p:sp>
      <p:sp>
        <p:nvSpPr>
          <p:cNvPr id="5" name="Footer Placeholder 4">
            <a:extLst>
              <a:ext uri="{FF2B5EF4-FFF2-40B4-BE49-F238E27FC236}">
                <a16:creationId xmlns:a16="http://schemas.microsoft.com/office/drawing/2014/main" id="{BB81E2DE-B91A-1334-5768-3DF1198015B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762AB39-29A3-B3AF-EFA9-450F78DDCC8B}"/>
              </a:ext>
            </a:extLst>
          </p:cNvPr>
          <p:cNvSpPr>
            <a:spLocks noGrp="1"/>
          </p:cNvSpPr>
          <p:nvPr>
            <p:ph type="sldNum" sz="quarter" idx="12"/>
          </p:nvPr>
        </p:nvSpPr>
        <p:spPr/>
        <p:txBody>
          <a:bodyPr/>
          <a:lstStyle/>
          <a:p>
            <a:fld id="{FF6A6279-6D4D-45C7-B608-D51A3424F29F}" type="slidenum">
              <a:rPr lang="en-IN" smtClean="0"/>
              <a:t>‹#›</a:t>
            </a:fld>
            <a:endParaRPr lang="en-IN"/>
          </a:p>
        </p:txBody>
      </p:sp>
    </p:spTree>
    <p:extLst>
      <p:ext uri="{BB962C8B-B14F-4D97-AF65-F5344CB8AC3E}">
        <p14:creationId xmlns:p14="http://schemas.microsoft.com/office/powerpoint/2010/main" val="9041442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F98AC45-5BD3-8B77-525B-DF59D7CFA0D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2588FAD-9617-2D2A-1F0E-11658FD6006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DBF6582-2AD0-1153-1349-86844B256B07}"/>
              </a:ext>
            </a:extLst>
          </p:cNvPr>
          <p:cNvSpPr>
            <a:spLocks noGrp="1"/>
          </p:cNvSpPr>
          <p:nvPr>
            <p:ph type="dt" sz="half" idx="10"/>
          </p:nvPr>
        </p:nvSpPr>
        <p:spPr/>
        <p:txBody>
          <a:bodyPr/>
          <a:lstStyle/>
          <a:p>
            <a:fld id="{06920B0C-1857-4B65-9EBA-7C7BE097DDA6}" type="datetimeFigureOut">
              <a:rPr lang="en-IN" smtClean="0"/>
              <a:t>03-10-2026</a:t>
            </a:fld>
            <a:endParaRPr lang="en-IN"/>
          </a:p>
        </p:txBody>
      </p:sp>
      <p:sp>
        <p:nvSpPr>
          <p:cNvPr id="5" name="Footer Placeholder 4">
            <a:extLst>
              <a:ext uri="{FF2B5EF4-FFF2-40B4-BE49-F238E27FC236}">
                <a16:creationId xmlns:a16="http://schemas.microsoft.com/office/drawing/2014/main" id="{06299474-9C28-74A9-402E-3143D0FA574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770A282-B6C4-6731-C71F-F1D2914365B4}"/>
              </a:ext>
            </a:extLst>
          </p:cNvPr>
          <p:cNvSpPr>
            <a:spLocks noGrp="1"/>
          </p:cNvSpPr>
          <p:nvPr>
            <p:ph type="sldNum" sz="quarter" idx="12"/>
          </p:nvPr>
        </p:nvSpPr>
        <p:spPr/>
        <p:txBody>
          <a:bodyPr/>
          <a:lstStyle/>
          <a:p>
            <a:fld id="{FF6A6279-6D4D-45C7-B608-D51A3424F29F}" type="slidenum">
              <a:rPr lang="en-IN" smtClean="0"/>
              <a:t>‹#›</a:t>
            </a:fld>
            <a:endParaRPr lang="en-IN"/>
          </a:p>
        </p:txBody>
      </p:sp>
    </p:spTree>
    <p:extLst>
      <p:ext uri="{BB962C8B-B14F-4D97-AF65-F5344CB8AC3E}">
        <p14:creationId xmlns:p14="http://schemas.microsoft.com/office/powerpoint/2010/main" val="42006009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B59530-A3D7-D956-3F42-A79401A219C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F9BDDA3-3AC7-0D0D-CBC8-FA71FCE2372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EFB4F84-8DD1-D65C-2BDE-14993D7AE33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920B0C-1857-4B65-9EBA-7C7BE097DDA6}" type="datetimeFigureOut">
              <a:rPr lang="en-IN" smtClean="0"/>
              <a:t>03-10-2026</a:t>
            </a:fld>
            <a:endParaRPr lang="en-IN"/>
          </a:p>
        </p:txBody>
      </p:sp>
      <p:sp>
        <p:nvSpPr>
          <p:cNvPr id="5" name="Footer Placeholder 4">
            <a:extLst>
              <a:ext uri="{FF2B5EF4-FFF2-40B4-BE49-F238E27FC236}">
                <a16:creationId xmlns:a16="http://schemas.microsoft.com/office/drawing/2014/main" id="{189D6069-5713-C812-E1AB-950CA29EBD6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5B0B2A7-FE87-84BD-83FD-7CA9137333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6A6279-6D4D-45C7-B608-D51A3424F29F}" type="slidenum">
              <a:rPr lang="en-IN" smtClean="0"/>
              <a:t>‹#›</a:t>
            </a:fld>
            <a:endParaRPr lang="en-IN"/>
          </a:p>
        </p:txBody>
      </p:sp>
    </p:spTree>
    <p:extLst>
      <p:ext uri="{BB962C8B-B14F-4D97-AF65-F5344CB8AC3E}">
        <p14:creationId xmlns:p14="http://schemas.microsoft.com/office/powerpoint/2010/main" val="3470727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Competitive landscape">
    <p:spTree>
      <p:nvGrpSpPr>
        <p:cNvPr id="1" name=""/>
        <p:cNvGrpSpPr/>
        <p:nvPr/>
      </p:nvGrpSpPr>
      <p:grpSpPr>
        <a:xfrm>
          <a:off x="0" y="0"/>
          <a:ext cx="0" cy="0"/>
          <a:chOff x="0" y="0"/>
          <a:chExt cx="0" cy="0"/>
        </a:xfrm>
      </p:grpSpPr>
      <p:pic>
        <p:nvPicPr>
          <p:cNvPr id="3" name="Picture 2" descr="Competitive landscape with four overlapping categories. App Builders: Lovable, Emergent, Rocket.new, v0, Lyzr Architect. Coding Agents: Cursor, Codex, Claude Code. Code + Cloud Development: Replit, Neander. Agent Build + Operations: Lyzr Agent Studio, OpenController.">
            <a:extLst>
              <a:ext uri="{FF2B5EF4-FFF2-40B4-BE49-F238E27FC236}">
                <a16:creationId xmlns:a16="http://schemas.microsoft.com/office/drawing/2014/main" id="{F3CE2235-D983-3DA9-5955-3E9830639D7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2763406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Build together. Keep ownership clear.">
    <p:spTree>
      <p:nvGrpSpPr>
        <p:cNvPr id="1" name=""/>
        <p:cNvGrpSpPr/>
        <p:nvPr/>
      </p:nvGrpSpPr>
      <p:grpSpPr>
        <a:xfrm>
          <a:off x="0" y="0"/>
          <a:ext cx="0" cy="0"/>
          <a:chOff x="0" y="0"/>
          <a:chExt cx="0" cy="0"/>
        </a:xfrm>
      </p:grpSpPr>
      <p:pic>
        <p:nvPicPr>
          <p:cNvPr id="3" name="Picture 2" descr="Proposed shared Architect project with Support, Finance, Policy and Security agents. Each agent has a distinct departmental owner. People collaborate in the project, while reuse follows approved permission schemas. Agent Studio is where each owning team develops and maintains its agent.">
            <a:extLst>
              <a:ext uri="{FF2B5EF4-FFF2-40B4-BE49-F238E27FC236}">
                <a16:creationId xmlns:a16="http://schemas.microsoft.com/office/drawing/2014/main" id="{8BFFD3EE-5A89-66C8-0204-F6E67D85D35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extBox 1">
            <a:extLst>
              <a:ext uri="{FF2B5EF4-FFF2-40B4-BE49-F238E27FC236}">
                <a16:creationId xmlns:a16="http://schemas.microsoft.com/office/drawing/2014/main" id="{1A8DBD33-D918-0F86-D768-9CF97D40D3DE}"/>
              </a:ext>
            </a:extLst>
          </p:cNvPr>
          <p:cNvSpPr txBox="1"/>
          <p:nvPr/>
        </p:nvSpPr>
        <p:spPr>
          <a:xfrm>
            <a:off x="6503670" y="2320290"/>
            <a:ext cx="1264385" cy="369332"/>
          </a:xfrm>
          <a:prstGeom prst="rect">
            <a:avLst/>
          </a:prstGeom>
          <a:noFill/>
        </p:spPr>
        <p:txBody>
          <a:bodyPr wrap="none" rtlCol="0">
            <a:spAutoFit/>
          </a:bodyPr>
          <a:lstStyle/>
          <a:p>
            <a:r>
              <a:rPr lang="en-IN" dirty="0"/>
              <a:t>Multiplayer</a:t>
            </a:r>
          </a:p>
        </p:txBody>
      </p:sp>
    </p:spTree>
    <p:extLst>
      <p:ext uri="{BB962C8B-B14F-4D97-AF65-F5344CB8AC3E}">
        <p14:creationId xmlns:p14="http://schemas.microsoft.com/office/powerpoint/2010/main" val="11657321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Every shared agent publishes a permission schema">
    <p:spTree>
      <p:nvGrpSpPr>
        <p:cNvPr id="1" name=""/>
        <p:cNvGrpSpPr/>
        <p:nvPr/>
      </p:nvGrpSpPr>
      <p:grpSpPr>
        <a:xfrm>
          <a:off x="0" y="0"/>
          <a:ext cx="0" cy="0"/>
          <a:chOff x="0" y="0"/>
          <a:chExt cx="0" cy="0"/>
        </a:xfrm>
      </p:grpSpPr>
      <p:pic>
        <p:nvPicPr>
          <p:cNvPr id="3" name="Picture 2" descr="Illustrative permission schema for a Finance-owned agent. Support may read invoice status for an assigned customer using customer_id and invoice_id and receive status, amount and currency. Editing invoices, issuing refunds and bulk export are blocked. Finance owner approval is required for changes.">
            <a:extLst>
              <a:ext uri="{FF2B5EF4-FFF2-40B4-BE49-F238E27FC236}">
                <a16:creationId xmlns:a16="http://schemas.microsoft.com/office/drawing/2014/main" id="{97CF6537-12E5-3F91-91F6-817C66E1651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5969025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upport uses Finance's agent within an approved scope">
    <p:spTree>
      <p:nvGrpSpPr>
        <p:cNvPr id="1" name=""/>
        <p:cNvGrpSpPr/>
        <p:nvPr/>
      </p:nvGrpSpPr>
      <p:grpSpPr>
        <a:xfrm>
          <a:off x="0" y="0"/>
          <a:ext cx="0" cy="0"/>
          <a:chOff x="0" y="0"/>
          <a:chExt cx="0" cy="0"/>
        </a:xfrm>
      </p:grpSpPr>
      <p:pic>
        <p:nvPicPr>
          <p:cNvPr id="3" name="Picture 2" descr="Illustrative Support–Finance workflow. A Support agent requests invoice status. A mandatory identity, action and customer-scope permission check allows the request to Finance or terminates it as denied. Finance returns only status, amount and currency. Finance retains agent ownership.">
            <a:extLst>
              <a:ext uri="{FF2B5EF4-FFF2-40B4-BE49-F238E27FC236}">
                <a16:creationId xmlns:a16="http://schemas.microsoft.com/office/drawing/2014/main" id="{0DB90E21-A1ED-2B15-CE57-B91293FE9C7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4151487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Governance inside the shared workspace">
    <p:spTree>
      <p:nvGrpSpPr>
        <p:cNvPr id="1" name=""/>
        <p:cNvGrpSpPr/>
        <p:nvPr/>
      </p:nvGrpSpPr>
      <p:grpSpPr>
        <a:xfrm>
          <a:off x="0" y="0"/>
          <a:ext cx="0" cy="0"/>
          <a:chOff x="0" y="0"/>
          <a:chExt cx="0" cy="0"/>
        </a:xfrm>
      </p:grpSpPr>
      <p:pic>
        <p:nvPicPr>
          <p:cNvPr id="3" name="Picture 2" descr="Proposed Architect governance screen with Finance agent ownership and version, separate human team review comments, and OpenController run activity showing allowed and denied requests. Use rights do not automatically confer edit rights.">
            <a:extLst>
              <a:ext uri="{FF2B5EF4-FFF2-40B4-BE49-F238E27FC236}">
                <a16:creationId xmlns:a16="http://schemas.microsoft.com/office/drawing/2014/main" id="{B26F8885-7A0C-59AF-F985-E142CCACE6B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7539050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pecialist agents assess. Access controls enforce.">
    <p:spTree>
      <p:nvGrpSpPr>
        <p:cNvPr id="1" name=""/>
        <p:cNvGrpSpPr/>
        <p:nvPr/>
      </p:nvGrpSpPr>
      <p:grpSpPr>
        <a:xfrm>
          <a:off x="0" y="0"/>
          <a:ext cx="0" cy="0"/>
          <a:chOff x="0" y="0"/>
          <a:chExt cx="0" cy="0"/>
        </a:xfrm>
      </p:grpSpPr>
      <p:pic>
        <p:nvPicPr>
          <p:cNvPr id="3" name="Picture 2" descr="Proposed responsibility split. Policy and security agents assess requests. Rules-based authorization, OpenController governance, and protected tools/APIs enforce access. An agent cannot grant itself access.">
            <a:extLst>
              <a:ext uri="{FF2B5EF4-FFF2-40B4-BE49-F238E27FC236}">
                <a16:creationId xmlns:a16="http://schemas.microsoft.com/office/drawing/2014/main" id="{CDBFECB9-3289-F2D9-09ED-0276D1A8D83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5688465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TotalTime>
  <Words>7</Words>
  <Application>Microsoft Office PowerPoint</Application>
  <PresentationFormat>Widescreen</PresentationFormat>
  <Paragraphs>7</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Rishi Muni Kesarwani</dc:creator>
  <cp:lastModifiedBy>Rishi Muni Kesarwani</cp:lastModifiedBy>
  <cp:revision>3</cp:revision>
  <dcterms:created xsi:type="dcterms:W3CDTF">2026-10-02T18:01:28Z</dcterms:created>
  <dcterms:modified xsi:type="dcterms:W3CDTF">2026-10-02T19:02:59Z</dcterms:modified>
</cp:coreProperties>
</file>